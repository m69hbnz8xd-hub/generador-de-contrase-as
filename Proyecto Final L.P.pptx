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90E48-0EA9-514E-8924-ED5C71D6926E}" v="3" dt="2025-12-17T19:19:01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7"/>
    <p:restoredTop sz="94658"/>
  </p:normalViewPr>
  <p:slideViewPr>
    <p:cSldViewPr snapToGrid="0">
      <p:cViewPr varScale="1">
        <p:scale>
          <a:sx n="94" d="100"/>
          <a:sy n="94" d="100"/>
        </p:scale>
        <p:origin x="20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ILAR PAREDES ALEXIS MARCELO" userId="5ee1f68d-0ce9-4375-a639-c369e119240a" providerId="ADAL" clId="{8331B306-3EE1-5936-950F-468D1862C2F2}"/>
    <pc:docChg chg="undo custSel addSld delSld modSld">
      <pc:chgData name="AGUILAR PAREDES ALEXIS MARCELO" userId="5ee1f68d-0ce9-4375-a639-c369e119240a" providerId="ADAL" clId="{8331B306-3EE1-5936-950F-468D1862C2F2}" dt="2025-12-17T19:22:18.577" v="1170" actId="26606"/>
      <pc:docMkLst>
        <pc:docMk/>
      </pc:docMkLst>
      <pc:sldChg chg="addSp delSp modSp mod setBg addAnim">
        <pc:chgData name="AGUILAR PAREDES ALEXIS MARCELO" userId="5ee1f68d-0ce9-4375-a639-c369e119240a" providerId="ADAL" clId="{8331B306-3EE1-5936-950F-468D1862C2F2}" dt="2025-12-15T20:38:26.865" v="1140"/>
        <pc:sldMkLst>
          <pc:docMk/>
          <pc:sldMk cId="3576768401" sldId="256"/>
        </pc:sldMkLst>
        <pc:spChg chg="mod">
          <ac:chgData name="AGUILAR PAREDES ALEXIS MARCELO" userId="5ee1f68d-0ce9-4375-a639-c369e119240a" providerId="ADAL" clId="{8331B306-3EE1-5936-950F-468D1862C2F2}" dt="2025-12-15T20:38:26.864" v="1138" actId="26606"/>
          <ac:spMkLst>
            <pc:docMk/>
            <pc:sldMk cId="3576768401" sldId="256"/>
            <ac:spMk id="2" creationId="{E1154037-3AA1-5976-718A-BCB5B0C49B98}"/>
          </ac:spMkLst>
        </pc:spChg>
        <pc:spChg chg="mod">
          <ac:chgData name="AGUILAR PAREDES ALEXIS MARCELO" userId="5ee1f68d-0ce9-4375-a639-c369e119240a" providerId="ADAL" clId="{8331B306-3EE1-5936-950F-468D1862C2F2}" dt="2025-12-15T20:38:26.864" v="1138" actId="26606"/>
          <ac:spMkLst>
            <pc:docMk/>
            <pc:sldMk cId="3576768401" sldId="256"/>
            <ac:spMk id="3" creationId="{C5B40DCE-4EC6-2862-106A-7AF4EEDB6DD9}"/>
          </ac:spMkLst>
        </pc:spChg>
        <pc:spChg chg="add">
          <ac:chgData name="AGUILAR PAREDES ALEXIS MARCELO" userId="5ee1f68d-0ce9-4375-a639-c369e119240a" providerId="ADAL" clId="{8331B306-3EE1-5936-950F-468D1862C2F2}" dt="2025-12-15T20:38:26.864" v="1138" actId="26606"/>
          <ac:spMkLst>
            <pc:docMk/>
            <pc:sldMk cId="3576768401" sldId="256"/>
            <ac:spMk id="26" creationId="{22A397E7-BF60-45B2-84C7-B074B76C37A7}"/>
          </ac:spMkLst>
        </pc:spChg>
        <pc:spChg chg="add">
          <ac:chgData name="AGUILAR PAREDES ALEXIS MARCELO" userId="5ee1f68d-0ce9-4375-a639-c369e119240a" providerId="ADAL" clId="{8331B306-3EE1-5936-950F-468D1862C2F2}" dt="2025-12-15T20:38:26.864" v="1138" actId="26606"/>
          <ac:spMkLst>
            <pc:docMk/>
            <pc:sldMk cId="3576768401" sldId="256"/>
            <ac:spMk id="28" creationId="{890DEF05-784E-4B61-89E4-04C4ECF4E5A0}"/>
          </ac:spMkLst>
        </pc:spChg>
        <pc:picChg chg="add mod ord">
          <ac:chgData name="AGUILAR PAREDES ALEXIS MARCELO" userId="5ee1f68d-0ce9-4375-a639-c369e119240a" providerId="ADAL" clId="{8331B306-3EE1-5936-950F-468D1862C2F2}" dt="2025-12-15T20:38:26.864" v="1138" actId="26606"/>
          <ac:picMkLst>
            <pc:docMk/>
            <pc:sldMk cId="3576768401" sldId="256"/>
            <ac:picMk id="5" creationId="{ADD44930-1091-47D3-4556-497FD87F3B3F}"/>
          </ac:picMkLst>
        </pc:picChg>
        <pc:cxnChg chg="add">
          <ac:chgData name="AGUILAR PAREDES ALEXIS MARCELO" userId="5ee1f68d-0ce9-4375-a639-c369e119240a" providerId="ADAL" clId="{8331B306-3EE1-5936-950F-468D1862C2F2}" dt="2025-12-15T20:38:26.864" v="1138" actId="26606"/>
          <ac:cxnSpMkLst>
            <pc:docMk/>
            <pc:sldMk cId="3576768401" sldId="256"/>
            <ac:cxnSpMk id="30" creationId="{C41BAEC7-F7B0-4224-8B18-8F74B7D87F0B}"/>
          </ac:cxnSpMkLst>
        </pc:cxnChg>
      </pc:sldChg>
      <pc:sldChg chg="addSp delSp modSp new mod setBg">
        <pc:chgData name="AGUILAR PAREDES ALEXIS MARCELO" userId="5ee1f68d-0ce9-4375-a639-c369e119240a" providerId="ADAL" clId="{8331B306-3EE1-5936-950F-468D1862C2F2}" dt="2025-12-09T17:33:59.002" v="701" actId="26606"/>
        <pc:sldMkLst>
          <pc:docMk/>
          <pc:sldMk cId="758554333" sldId="257"/>
        </pc:sldMkLst>
        <pc:spChg chg="mo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2" creationId="{24DC11C8-C46D-F132-709D-6A775689BE55}"/>
          </ac:spMkLst>
        </pc:spChg>
        <pc:spChg chg="mo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3" creationId="{D2501C7E-EBDE-1552-26CA-8CCA5E0936E5}"/>
          </ac:spMkLst>
        </pc:spChg>
        <pc:spChg chg="ad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37" creationId="{21A75659-5A6F-4F77-9679-678A00B9D8DC}"/>
          </ac:spMkLst>
        </pc:spChg>
        <pc:spChg chg="ad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39" creationId="{E30A3A45-140E-431E-AED0-07EF836310B3}"/>
          </ac:spMkLst>
        </pc:spChg>
        <pc:spChg chg="ad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41" creationId="{55D4142C-5077-457F-A6AD-3FECFDB39685}"/>
          </ac:spMkLst>
        </pc:spChg>
        <pc:spChg chg="add">
          <ac:chgData name="AGUILAR PAREDES ALEXIS MARCELO" userId="5ee1f68d-0ce9-4375-a639-c369e119240a" providerId="ADAL" clId="{8331B306-3EE1-5936-950F-468D1862C2F2}" dt="2025-12-09T17:33:59.002" v="701" actId="26606"/>
          <ac:spMkLst>
            <pc:docMk/>
            <pc:sldMk cId="758554333" sldId="257"/>
            <ac:spMk id="43" creationId="{7A5F0580-5EE9-419F-96EE-B6529EF6E7D0}"/>
          </ac:spMkLst>
        </pc:spChg>
        <pc:picChg chg="add mod ord">
          <ac:chgData name="AGUILAR PAREDES ALEXIS MARCELO" userId="5ee1f68d-0ce9-4375-a639-c369e119240a" providerId="ADAL" clId="{8331B306-3EE1-5936-950F-468D1862C2F2}" dt="2025-12-09T17:33:59.002" v="701" actId="26606"/>
          <ac:picMkLst>
            <pc:docMk/>
            <pc:sldMk cId="758554333" sldId="257"/>
            <ac:picMk id="5" creationId="{5FD70806-F194-8203-AADF-8BB46E214EDA}"/>
          </ac:picMkLst>
        </pc:picChg>
      </pc:sldChg>
      <pc:sldChg chg="addSp delSp modSp new del mod setBg addAnim">
        <pc:chgData name="AGUILAR PAREDES ALEXIS MARCELO" userId="5ee1f68d-0ce9-4375-a639-c369e119240a" providerId="ADAL" clId="{8331B306-3EE1-5936-950F-468D1862C2F2}" dt="2025-12-17T19:18:57.671" v="1167" actId="2696"/>
        <pc:sldMkLst>
          <pc:docMk/>
          <pc:sldMk cId="614451736" sldId="258"/>
        </pc:sldMkLst>
      </pc:sldChg>
      <pc:sldChg chg="addSp delSp modSp new mod setBg">
        <pc:chgData name="AGUILAR PAREDES ALEXIS MARCELO" userId="5ee1f68d-0ce9-4375-a639-c369e119240a" providerId="ADAL" clId="{8331B306-3EE1-5936-950F-468D1862C2F2}" dt="2025-12-15T20:29:43.702" v="1070" actId="26606"/>
        <pc:sldMkLst>
          <pc:docMk/>
          <pc:sldMk cId="1626429950" sldId="259"/>
        </pc:sldMkLst>
        <pc:spChg chg="mod">
          <ac:chgData name="AGUILAR PAREDES ALEXIS MARCELO" userId="5ee1f68d-0ce9-4375-a639-c369e119240a" providerId="ADAL" clId="{8331B306-3EE1-5936-950F-468D1862C2F2}" dt="2025-12-15T20:29:43.702" v="1070" actId="26606"/>
          <ac:spMkLst>
            <pc:docMk/>
            <pc:sldMk cId="1626429950" sldId="259"/>
            <ac:spMk id="2" creationId="{95998E25-A059-A3FF-3394-4819FACCF192}"/>
          </ac:spMkLst>
        </pc:spChg>
        <pc:spChg chg="add">
          <ac:chgData name="AGUILAR PAREDES ALEXIS MARCELO" userId="5ee1f68d-0ce9-4375-a639-c369e119240a" providerId="ADAL" clId="{8331B306-3EE1-5936-950F-468D1862C2F2}" dt="2025-12-15T20:29:43.702" v="1070" actId="26606"/>
          <ac:spMkLst>
            <pc:docMk/>
            <pc:sldMk cId="1626429950" sldId="259"/>
            <ac:spMk id="9" creationId="{0C541B88-1AE9-40C3-AFD5-967787C1979F}"/>
          </ac:spMkLst>
        </pc:spChg>
        <pc:spChg chg="add">
          <ac:chgData name="AGUILAR PAREDES ALEXIS MARCELO" userId="5ee1f68d-0ce9-4375-a639-c369e119240a" providerId="ADAL" clId="{8331B306-3EE1-5936-950F-468D1862C2F2}" dt="2025-12-15T20:29:43.702" v="1070" actId="26606"/>
          <ac:spMkLst>
            <pc:docMk/>
            <pc:sldMk cId="1626429950" sldId="259"/>
            <ac:spMk id="11" creationId="{E5F17139-31EE-46AC-B04F-DBBD852DD6CB}"/>
          </ac:spMkLst>
        </pc:spChg>
        <pc:spChg chg="add">
          <ac:chgData name="AGUILAR PAREDES ALEXIS MARCELO" userId="5ee1f68d-0ce9-4375-a639-c369e119240a" providerId="ADAL" clId="{8331B306-3EE1-5936-950F-468D1862C2F2}" dt="2025-12-15T20:29:43.702" v="1070" actId="26606"/>
          <ac:spMkLst>
            <pc:docMk/>
            <pc:sldMk cId="1626429950" sldId="259"/>
            <ac:spMk id="17" creationId="{89D16701-DA76-4F72-BB63-E2C3FFBDFE0F}"/>
          </ac:spMkLst>
        </pc:spChg>
        <pc:spChg chg="add">
          <ac:chgData name="AGUILAR PAREDES ALEXIS MARCELO" userId="5ee1f68d-0ce9-4375-a639-c369e119240a" providerId="ADAL" clId="{8331B306-3EE1-5936-950F-468D1862C2F2}" dt="2025-12-15T20:29:43.702" v="1070" actId="26606"/>
          <ac:spMkLst>
            <pc:docMk/>
            <pc:sldMk cId="1626429950" sldId="259"/>
            <ac:spMk id="19" creationId="{1CC28BE1-9DC6-43FE-9582-39F091098D77}"/>
          </ac:spMkLst>
        </pc:spChg>
        <pc:grpChg chg="add">
          <ac:chgData name="AGUILAR PAREDES ALEXIS MARCELO" userId="5ee1f68d-0ce9-4375-a639-c369e119240a" providerId="ADAL" clId="{8331B306-3EE1-5936-950F-468D1862C2F2}" dt="2025-12-15T20:29:43.702" v="1070" actId="26606"/>
          <ac:grpSpMkLst>
            <pc:docMk/>
            <pc:sldMk cId="1626429950" sldId="259"/>
            <ac:grpSpMk id="13" creationId="{7CF625D3-71A3-4F30-A096-8EF334E959D0}"/>
          </ac:grpSpMkLst>
        </pc:grpChg>
        <pc:grpChg chg="add">
          <ac:chgData name="AGUILAR PAREDES ALEXIS MARCELO" userId="5ee1f68d-0ce9-4375-a639-c369e119240a" providerId="ADAL" clId="{8331B306-3EE1-5936-950F-468D1862C2F2}" dt="2025-12-15T20:29:43.702" v="1070" actId="26606"/>
          <ac:grpSpMkLst>
            <pc:docMk/>
            <pc:sldMk cId="1626429950" sldId="259"/>
            <ac:grpSpMk id="21" creationId="{AF9AF3F3-CE0C-4125-BDD7-346487FA0B40}"/>
          </ac:grpSpMkLst>
        </pc:grpChg>
        <pc:graphicFrameChg chg="add">
          <ac:chgData name="AGUILAR PAREDES ALEXIS MARCELO" userId="5ee1f68d-0ce9-4375-a639-c369e119240a" providerId="ADAL" clId="{8331B306-3EE1-5936-950F-468D1862C2F2}" dt="2025-12-15T20:29:43.702" v="1070" actId="26606"/>
          <ac:graphicFrameMkLst>
            <pc:docMk/>
            <pc:sldMk cId="1626429950" sldId="259"/>
            <ac:graphicFrameMk id="5" creationId="{3EE0D15D-6D8F-D3B2-856C-EE64C4EF9DAD}"/>
          </ac:graphicFrameMkLst>
        </pc:graphicFrameChg>
      </pc:sldChg>
      <pc:sldChg chg="addSp delSp modSp new mod setBg">
        <pc:chgData name="AGUILAR PAREDES ALEXIS MARCELO" userId="5ee1f68d-0ce9-4375-a639-c369e119240a" providerId="ADAL" clId="{8331B306-3EE1-5936-950F-468D1862C2F2}" dt="2025-12-17T19:22:18.577" v="1170" actId="26606"/>
        <pc:sldMkLst>
          <pc:docMk/>
          <pc:sldMk cId="2310156075" sldId="260"/>
        </pc:sldMkLst>
        <pc:spChg chg="mod ord">
          <ac:chgData name="AGUILAR PAREDES ALEXIS MARCELO" userId="5ee1f68d-0ce9-4375-a639-c369e119240a" providerId="ADAL" clId="{8331B306-3EE1-5936-950F-468D1862C2F2}" dt="2025-12-17T19:22:18.577" v="1170" actId="26606"/>
          <ac:spMkLst>
            <pc:docMk/>
            <pc:sldMk cId="2310156075" sldId="260"/>
            <ac:spMk id="2" creationId="{1CFE32D4-B958-474F-D8DB-354932DF5AD9}"/>
          </ac:spMkLst>
        </pc:spChg>
        <pc:spChg chg="add del">
          <ac:chgData name="AGUILAR PAREDES ALEXIS MARCELO" userId="5ee1f68d-0ce9-4375-a639-c369e119240a" providerId="ADAL" clId="{8331B306-3EE1-5936-950F-468D1862C2F2}" dt="2025-12-17T19:22:18.577" v="1170" actId="26606"/>
          <ac:spMkLst>
            <pc:docMk/>
            <pc:sldMk cId="2310156075" sldId="260"/>
            <ac:spMk id="37" creationId="{657F69E0-C4B0-4BEC-A689-4F8D877F05D4}"/>
          </ac:spMkLst>
        </pc:spChg>
        <pc:spChg chg="add del">
          <ac:chgData name="AGUILAR PAREDES ALEXIS MARCELO" userId="5ee1f68d-0ce9-4375-a639-c369e119240a" providerId="ADAL" clId="{8331B306-3EE1-5936-950F-468D1862C2F2}" dt="2025-12-17T19:22:18.577" v="1170" actId="26606"/>
          <ac:spMkLst>
            <pc:docMk/>
            <pc:sldMk cId="2310156075" sldId="260"/>
            <ac:spMk id="38" creationId="{9F6380B4-6A1C-481E-8408-B4E6C75B9B81}"/>
          </ac:spMkLst>
        </pc:spChg>
        <pc:spChg chg="add">
          <ac:chgData name="AGUILAR PAREDES ALEXIS MARCELO" userId="5ee1f68d-0ce9-4375-a639-c369e119240a" providerId="ADAL" clId="{8331B306-3EE1-5936-950F-468D1862C2F2}" dt="2025-12-17T19:22:18.577" v="1170" actId="26606"/>
          <ac:spMkLst>
            <pc:docMk/>
            <pc:sldMk cId="2310156075" sldId="260"/>
            <ac:spMk id="43" creationId="{657F69E0-C4B0-4BEC-A689-4F8D877F05D4}"/>
          </ac:spMkLst>
        </pc:spChg>
        <pc:spChg chg="add">
          <ac:chgData name="AGUILAR PAREDES ALEXIS MARCELO" userId="5ee1f68d-0ce9-4375-a639-c369e119240a" providerId="ADAL" clId="{8331B306-3EE1-5936-950F-468D1862C2F2}" dt="2025-12-17T19:22:18.577" v="1170" actId="26606"/>
          <ac:spMkLst>
            <pc:docMk/>
            <pc:sldMk cId="2310156075" sldId="260"/>
            <ac:spMk id="45" creationId="{9F6380B4-6A1C-481E-8408-B4E6C75B9B81}"/>
          </ac:spMkLst>
        </pc:spChg>
        <pc:picChg chg="add mod">
          <ac:chgData name="AGUILAR PAREDES ALEXIS MARCELO" userId="5ee1f68d-0ce9-4375-a639-c369e119240a" providerId="ADAL" clId="{8331B306-3EE1-5936-950F-468D1862C2F2}" dt="2025-12-17T19:22:18.577" v="1170" actId="26606"/>
          <ac:picMkLst>
            <pc:docMk/>
            <pc:sldMk cId="2310156075" sldId="260"/>
            <ac:picMk id="3" creationId="{852D8408-B1F2-0C61-53C7-2711A656C0F9}"/>
          </ac:picMkLst>
        </pc:picChg>
        <pc:picChg chg="add del mod">
          <ac:chgData name="AGUILAR PAREDES ALEXIS MARCELO" userId="5ee1f68d-0ce9-4375-a639-c369e119240a" providerId="ADAL" clId="{8331B306-3EE1-5936-950F-468D1862C2F2}" dt="2025-12-17T19:22:13.129" v="1169" actId="478"/>
          <ac:picMkLst>
            <pc:docMk/>
            <pc:sldMk cId="2310156075" sldId="260"/>
            <ac:picMk id="5" creationId="{71A6676D-AEFA-B30B-D41D-36A94DFB4748}"/>
          </ac:picMkLst>
        </pc:picChg>
      </pc:sldChg>
      <pc:sldChg chg="addSp delSp modSp new mod setBg addAnim delAnim">
        <pc:chgData name="AGUILAR PAREDES ALEXIS MARCELO" userId="5ee1f68d-0ce9-4375-a639-c369e119240a" providerId="ADAL" clId="{8331B306-3EE1-5936-950F-468D1862C2F2}" dt="2025-12-15T20:37:00.853" v="1137"/>
        <pc:sldMkLst>
          <pc:docMk/>
          <pc:sldMk cId="1405735310" sldId="261"/>
        </pc:sldMkLst>
        <pc:spChg chg="mod">
          <ac:chgData name="AGUILAR PAREDES ALEXIS MARCELO" userId="5ee1f68d-0ce9-4375-a639-c369e119240a" providerId="ADAL" clId="{8331B306-3EE1-5936-950F-468D1862C2F2}" dt="2025-12-15T20:37:00.852" v="1136" actId="26606"/>
          <ac:spMkLst>
            <pc:docMk/>
            <pc:sldMk cId="1405735310" sldId="261"/>
            <ac:spMk id="2" creationId="{3C99A3E8-2070-F4CF-42ED-6A4862C051C2}"/>
          </ac:spMkLst>
        </pc:spChg>
        <pc:spChg chg="add">
          <ac:chgData name="AGUILAR PAREDES ALEXIS MARCELO" userId="5ee1f68d-0ce9-4375-a639-c369e119240a" providerId="ADAL" clId="{8331B306-3EE1-5936-950F-468D1862C2F2}" dt="2025-12-15T20:37:00.852" v="1136" actId="26606"/>
          <ac:spMkLst>
            <pc:docMk/>
            <pc:sldMk cId="1405735310" sldId="261"/>
            <ac:spMk id="49" creationId="{657F69E0-C4B0-4BEC-A689-4F8D877F05D4}"/>
          </ac:spMkLst>
        </pc:spChg>
        <pc:spChg chg="add">
          <ac:chgData name="AGUILAR PAREDES ALEXIS MARCELO" userId="5ee1f68d-0ce9-4375-a639-c369e119240a" providerId="ADAL" clId="{8331B306-3EE1-5936-950F-468D1862C2F2}" dt="2025-12-15T20:37:00.852" v="1136" actId="26606"/>
          <ac:spMkLst>
            <pc:docMk/>
            <pc:sldMk cId="1405735310" sldId="261"/>
            <ac:spMk id="50" creationId="{9F6380B4-6A1C-481E-8408-B4E6C75B9B81}"/>
          </ac:spMkLst>
        </pc:spChg>
        <pc:picChg chg="add mod">
          <ac:chgData name="AGUILAR PAREDES ALEXIS MARCELO" userId="5ee1f68d-0ce9-4375-a639-c369e119240a" providerId="ADAL" clId="{8331B306-3EE1-5936-950F-468D1862C2F2}" dt="2025-12-15T20:37:00.848" v="1135" actId="26606"/>
          <ac:picMkLst>
            <pc:docMk/>
            <pc:sldMk cId="1405735310" sldId="261"/>
            <ac:picMk id="5" creationId="{A3B620EB-9990-56F3-F5A5-924BE220DDC9}"/>
          </ac:picMkLst>
        </pc:picChg>
      </pc:sldChg>
      <pc:sldChg chg="modSp new del mod">
        <pc:chgData name="AGUILAR PAREDES ALEXIS MARCELO" userId="5ee1f68d-0ce9-4375-a639-c369e119240a" providerId="ADAL" clId="{8331B306-3EE1-5936-950F-468D1862C2F2}" dt="2025-12-17T19:03:21.999" v="1166" actId="2696"/>
        <pc:sldMkLst>
          <pc:docMk/>
          <pc:sldMk cId="3327592738" sldId="262"/>
        </pc:sldMkLst>
        <pc:spChg chg="mod">
          <ac:chgData name="AGUILAR PAREDES ALEXIS MARCELO" userId="5ee1f68d-0ce9-4375-a639-c369e119240a" providerId="ADAL" clId="{8331B306-3EE1-5936-950F-468D1862C2F2}" dt="2025-12-17T19:03:05.376" v="1165" actId="20577"/>
          <ac:spMkLst>
            <pc:docMk/>
            <pc:sldMk cId="3327592738" sldId="262"/>
            <ac:spMk id="2" creationId="{A45A149E-3A31-D0CA-8E5A-D1E59A36CB7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B50C0-D3EF-4942-8229-C5733B612FB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9D5CD9-5482-4DBE-BE47-CE0949411F80}">
      <dgm:prSet/>
      <dgm:spPr/>
      <dgm:t>
        <a:bodyPr/>
        <a:lstStyle/>
        <a:p>
          <a:r>
            <a:rPr lang="es-EC"/>
            <a:t>Esta conformado por 5 etapas donde:</a:t>
          </a:r>
          <a:endParaRPr lang="en-US"/>
        </a:p>
      </dgm:t>
    </dgm:pt>
    <dgm:pt modelId="{2E8E1B95-4F72-43F0-9938-BEC7849EC5DF}" type="parTrans" cxnId="{7FE9D759-BD09-4EA4-8784-8C63F850EF1D}">
      <dgm:prSet/>
      <dgm:spPr/>
      <dgm:t>
        <a:bodyPr/>
        <a:lstStyle/>
        <a:p>
          <a:endParaRPr lang="en-US"/>
        </a:p>
      </dgm:t>
    </dgm:pt>
    <dgm:pt modelId="{AA9224BC-A133-4780-BE4F-0510E9208510}" type="sibTrans" cxnId="{7FE9D759-BD09-4EA4-8784-8C63F850EF1D}">
      <dgm:prSet/>
      <dgm:spPr/>
      <dgm:t>
        <a:bodyPr/>
        <a:lstStyle/>
        <a:p>
          <a:endParaRPr lang="en-US"/>
        </a:p>
      </dgm:t>
    </dgm:pt>
    <dgm:pt modelId="{02F9FBA0-B607-42D0-AD7F-99E00271251E}">
      <dgm:prSet/>
      <dgm:spPr/>
      <dgm:t>
        <a:bodyPr/>
        <a:lstStyle/>
        <a:p>
          <a:r>
            <a:rPr lang="es-EC" b="1" dirty="0"/>
            <a:t>Etapa 1: </a:t>
          </a:r>
          <a:r>
            <a:rPr lang="es-EC" dirty="0"/>
            <a:t>Gestión de Dependencias</a:t>
          </a:r>
          <a:endParaRPr lang="en-US" dirty="0"/>
        </a:p>
      </dgm:t>
    </dgm:pt>
    <dgm:pt modelId="{C200F269-4462-4C95-B653-22A3E6F0F4E8}" type="parTrans" cxnId="{7AB44E0E-EA5F-48A0-8C2B-6AE492AE06EE}">
      <dgm:prSet/>
      <dgm:spPr/>
      <dgm:t>
        <a:bodyPr/>
        <a:lstStyle/>
        <a:p>
          <a:endParaRPr lang="en-US"/>
        </a:p>
      </dgm:t>
    </dgm:pt>
    <dgm:pt modelId="{2154E792-2FA9-4B4E-92D1-069D09D22055}" type="sibTrans" cxnId="{7AB44E0E-EA5F-48A0-8C2B-6AE492AE06EE}">
      <dgm:prSet/>
      <dgm:spPr/>
      <dgm:t>
        <a:bodyPr/>
        <a:lstStyle/>
        <a:p>
          <a:endParaRPr lang="en-US"/>
        </a:p>
      </dgm:t>
    </dgm:pt>
    <dgm:pt modelId="{2BBC9BC4-4A4A-4F9D-BDF3-EF1A32CA00BA}">
      <dgm:prSet/>
      <dgm:spPr/>
      <dgm:t>
        <a:bodyPr/>
        <a:lstStyle/>
        <a:p>
          <a:r>
            <a:rPr lang="es-EC" b="1"/>
            <a:t>Etapa 2: </a:t>
          </a:r>
          <a:r>
            <a:rPr lang="es-EC"/>
            <a:t>Bucle de Captura de Datos</a:t>
          </a:r>
          <a:endParaRPr lang="en-US"/>
        </a:p>
      </dgm:t>
    </dgm:pt>
    <dgm:pt modelId="{818E29E5-E0C6-4379-8349-B7D4027E8CB5}" type="parTrans" cxnId="{3732BA59-B3CF-4128-ADB6-F45EFE1ABE76}">
      <dgm:prSet/>
      <dgm:spPr/>
      <dgm:t>
        <a:bodyPr/>
        <a:lstStyle/>
        <a:p>
          <a:endParaRPr lang="en-US"/>
        </a:p>
      </dgm:t>
    </dgm:pt>
    <dgm:pt modelId="{B2A9D485-E2E5-4C85-A739-C55B5F375F17}" type="sibTrans" cxnId="{3732BA59-B3CF-4128-ADB6-F45EFE1ABE76}">
      <dgm:prSet/>
      <dgm:spPr/>
      <dgm:t>
        <a:bodyPr/>
        <a:lstStyle/>
        <a:p>
          <a:endParaRPr lang="en-US"/>
        </a:p>
      </dgm:t>
    </dgm:pt>
    <dgm:pt modelId="{9A4CA822-B1AB-40C7-A399-8798CB1AD92F}">
      <dgm:prSet/>
      <dgm:spPr/>
      <dgm:t>
        <a:bodyPr/>
        <a:lstStyle/>
        <a:p>
          <a:r>
            <a:rPr lang="es-EC" b="1"/>
            <a:t>Etapa 3: </a:t>
          </a:r>
          <a:r>
            <a:rPr lang="es-EC"/>
            <a:t>Validación y Lógica de Control</a:t>
          </a:r>
          <a:endParaRPr lang="en-US"/>
        </a:p>
      </dgm:t>
    </dgm:pt>
    <dgm:pt modelId="{9BE27AC3-87FF-4D9E-9286-3CC6A5BF22C0}" type="parTrans" cxnId="{33999250-C361-4076-8E63-AB6C8A0BA938}">
      <dgm:prSet/>
      <dgm:spPr/>
      <dgm:t>
        <a:bodyPr/>
        <a:lstStyle/>
        <a:p>
          <a:endParaRPr lang="en-US"/>
        </a:p>
      </dgm:t>
    </dgm:pt>
    <dgm:pt modelId="{32631283-F177-45D4-87D7-88A860B70236}" type="sibTrans" cxnId="{33999250-C361-4076-8E63-AB6C8A0BA938}">
      <dgm:prSet/>
      <dgm:spPr/>
      <dgm:t>
        <a:bodyPr/>
        <a:lstStyle/>
        <a:p>
          <a:endParaRPr lang="en-US"/>
        </a:p>
      </dgm:t>
    </dgm:pt>
    <dgm:pt modelId="{E97444D2-B379-4DE5-8ED6-6C73C61F93CA}">
      <dgm:prSet/>
      <dgm:spPr/>
      <dgm:t>
        <a:bodyPr/>
        <a:lstStyle/>
        <a:p>
          <a:r>
            <a:rPr lang="es-EC" b="1"/>
            <a:t>Etapa 4: </a:t>
          </a:r>
          <a:r>
            <a:rPr lang="es-EC"/>
            <a:t>Generación Aleatoria</a:t>
          </a:r>
          <a:endParaRPr lang="en-US"/>
        </a:p>
      </dgm:t>
    </dgm:pt>
    <dgm:pt modelId="{DFC9551F-379E-4567-8D8C-F72DF865585D}" type="parTrans" cxnId="{E8CD2767-EDC1-460A-A6D9-F926C26A0E52}">
      <dgm:prSet/>
      <dgm:spPr/>
      <dgm:t>
        <a:bodyPr/>
        <a:lstStyle/>
        <a:p>
          <a:endParaRPr lang="en-US"/>
        </a:p>
      </dgm:t>
    </dgm:pt>
    <dgm:pt modelId="{B07BC02C-642F-4D8A-8D85-350904484153}" type="sibTrans" cxnId="{E8CD2767-EDC1-460A-A6D9-F926C26A0E52}">
      <dgm:prSet/>
      <dgm:spPr/>
      <dgm:t>
        <a:bodyPr/>
        <a:lstStyle/>
        <a:p>
          <a:endParaRPr lang="en-US"/>
        </a:p>
      </dgm:t>
    </dgm:pt>
    <dgm:pt modelId="{CA9E2920-DB31-4FB9-9C3C-2E3F89F789DC}">
      <dgm:prSet/>
      <dgm:spPr/>
      <dgm:t>
        <a:bodyPr/>
        <a:lstStyle/>
        <a:p>
          <a:r>
            <a:rPr lang="es-EC" b="1"/>
            <a:t>Etapa 5: </a:t>
          </a:r>
          <a:r>
            <a:rPr lang="es-EC"/>
            <a:t>Automatización de la Copia al Portapapeles</a:t>
          </a:r>
          <a:endParaRPr lang="en-US"/>
        </a:p>
      </dgm:t>
    </dgm:pt>
    <dgm:pt modelId="{5C584420-52E8-4BB3-BB99-31D698E45FF2}" type="parTrans" cxnId="{84066473-C9BF-4D31-B7D5-45DD2B447C5A}">
      <dgm:prSet/>
      <dgm:spPr/>
      <dgm:t>
        <a:bodyPr/>
        <a:lstStyle/>
        <a:p>
          <a:endParaRPr lang="en-US"/>
        </a:p>
      </dgm:t>
    </dgm:pt>
    <dgm:pt modelId="{D63BEAD8-8C8A-4805-A083-4D9EE4188633}" type="sibTrans" cxnId="{84066473-C9BF-4D31-B7D5-45DD2B447C5A}">
      <dgm:prSet/>
      <dgm:spPr/>
      <dgm:t>
        <a:bodyPr/>
        <a:lstStyle/>
        <a:p>
          <a:endParaRPr lang="en-US"/>
        </a:p>
      </dgm:t>
    </dgm:pt>
    <dgm:pt modelId="{B855BD3F-F7E2-6844-8E46-D15357CD242B}" type="pres">
      <dgm:prSet presAssocID="{B8BB50C0-D3EF-4942-8229-C5733B612FB4}" presName="linear" presStyleCnt="0">
        <dgm:presLayoutVars>
          <dgm:animLvl val="lvl"/>
          <dgm:resizeHandles val="exact"/>
        </dgm:presLayoutVars>
      </dgm:prSet>
      <dgm:spPr/>
    </dgm:pt>
    <dgm:pt modelId="{B603AC3E-CAE6-4249-8BF3-4DD1C16A1704}" type="pres">
      <dgm:prSet presAssocID="{679D5CD9-5482-4DBE-BE47-CE0949411F8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3D4EE01-F053-E14D-BD6A-73BF3009CDE7}" type="pres">
      <dgm:prSet presAssocID="{679D5CD9-5482-4DBE-BE47-CE0949411F8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AB44E0E-EA5F-48A0-8C2B-6AE492AE06EE}" srcId="{679D5CD9-5482-4DBE-BE47-CE0949411F80}" destId="{02F9FBA0-B607-42D0-AD7F-99E00271251E}" srcOrd="0" destOrd="0" parTransId="{C200F269-4462-4C95-B653-22A3E6F0F4E8}" sibTransId="{2154E792-2FA9-4B4E-92D1-069D09D22055}"/>
    <dgm:cxn modelId="{69F59A25-A24C-A042-88B7-3B856094E014}" type="presOf" srcId="{2BBC9BC4-4A4A-4F9D-BDF3-EF1A32CA00BA}" destId="{13D4EE01-F053-E14D-BD6A-73BF3009CDE7}" srcOrd="0" destOrd="1" presId="urn:microsoft.com/office/officeart/2005/8/layout/vList2"/>
    <dgm:cxn modelId="{7A093B32-DDA8-3F44-8D1F-932937689987}" type="presOf" srcId="{CA9E2920-DB31-4FB9-9C3C-2E3F89F789DC}" destId="{13D4EE01-F053-E14D-BD6A-73BF3009CDE7}" srcOrd="0" destOrd="4" presId="urn:microsoft.com/office/officeart/2005/8/layout/vList2"/>
    <dgm:cxn modelId="{33999250-C361-4076-8E63-AB6C8A0BA938}" srcId="{679D5CD9-5482-4DBE-BE47-CE0949411F80}" destId="{9A4CA822-B1AB-40C7-A399-8798CB1AD92F}" srcOrd="2" destOrd="0" parTransId="{9BE27AC3-87FF-4D9E-9286-3CC6A5BF22C0}" sibTransId="{32631283-F177-45D4-87D7-88A860B70236}"/>
    <dgm:cxn modelId="{3732BA59-B3CF-4128-ADB6-F45EFE1ABE76}" srcId="{679D5CD9-5482-4DBE-BE47-CE0949411F80}" destId="{2BBC9BC4-4A4A-4F9D-BDF3-EF1A32CA00BA}" srcOrd="1" destOrd="0" parTransId="{818E29E5-E0C6-4379-8349-B7D4027E8CB5}" sibTransId="{B2A9D485-E2E5-4C85-A739-C55B5F375F17}"/>
    <dgm:cxn modelId="{7FE9D759-BD09-4EA4-8784-8C63F850EF1D}" srcId="{B8BB50C0-D3EF-4942-8229-C5733B612FB4}" destId="{679D5CD9-5482-4DBE-BE47-CE0949411F80}" srcOrd="0" destOrd="0" parTransId="{2E8E1B95-4F72-43F0-9938-BEC7849EC5DF}" sibTransId="{AA9224BC-A133-4780-BE4F-0510E9208510}"/>
    <dgm:cxn modelId="{E8CD2767-EDC1-460A-A6D9-F926C26A0E52}" srcId="{679D5CD9-5482-4DBE-BE47-CE0949411F80}" destId="{E97444D2-B379-4DE5-8ED6-6C73C61F93CA}" srcOrd="3" destOrd="0" parTransId="{DFC9551F-379E-4567-8D8C-F72DF865585D}" sibTransId="{B07BC02C-642F-4D8A-8D85-350904484153}"/>
    <dgm:cxn modelId="{84066473-C9BF-4D31-B7D5-45DD2B447C5A}" srcId="{679D5CD9-5482-4DBE-BE47-CE0949411F80}" destId="{CA9E2920-DB31-4FB9-9C3C-2E3F89F789DC}" srcOrd="4" destOrd="0" parTransId="{5C584420-52E8-4BB3-BB99-31D698E45FF2}" sibTransId="{D63BEAD8-8C8A-4805-A083-4D9EE4188633}"/>
    <dgm:cxn modelId="{2CBBE186-93A1-8248-A5D6-917958529A15}" type="presOf" srcId="{9A4CA822-B1AB-40C7-A399-8798CB1AD92F}" destId="{13D4EE01-F053-E14D-BD6A-73BF3009CDE7}" srcOrd="0" destOrd="2" presId="urn:microsoft.com/office/officeart/2005/8/layout/vList2"/>
    <dgm:cxn modelId="{70BCDFAD-EF15-3647-9A0F-3520466E1034}" type="presOf" srcId="{02F9FBA0-B607-42D0-AD7F-99E00271251E}" destId="{13D4EE01-F053-E14D-BD6A-73BF3009CDE7}" srcOrd="0" destOrd="0" presId="urn:microsoft.com/office/officeart/2005/8/layout/vList2"/>
    <dgm:cxn modelId="{F5FAB5CF-B6A3-D84D-A937-AC6E58BDA1FD}" type="presOf" srcId="{E97444D2-B379-4DE5-8ED6-6C73C61F93CA}" destId="{13D4EE01-F053-E14D-BD6A-73BF3009CDE7}" srcOrd="0" destOrd="3" presId="urn:microsoft.com/office/officeart/2005/8/layout/vList2"/>
    <dgm:cxn modelId="{FE382AED-6317-0E48-8254-661201D278CB}" type="presOf" srcId="{B8BB50C0-D3EF-4942-8229-C5733B612FB4}" destId="{B855BD3F-F7E2-6844-8E46-D15357CD242B}" srcOrd="0" destOrd="0" presId="urn:microsoft.com/office/officeart/2005/8/layout/vList2"/>
    <dgm:cxn modelId="{97DF0FF5-A486-E54A-910C-941E9A79C247}" type="presOf" srcId="{679D5CD9-5482-4DBE-BE47-CE0949411F80}" destId="{B603AC3E-CAE6-4249-8BF3-4DD1C16A1704}" srcOrd="0" destOrd="0" presId="urn:microsoft.com/office/officeart/2005/8/layout/vList2"/>
    <dgm:cxn modelId="{D071659D-F6D4-4C47-B29E-173CEDF9C74F}" type="presParOf" srcId="{B855BD3F-F7E2-6844-8E46-D15357CD242B}" destId="{B603AC3E-CAE6-4249-8BF3-4DD1C16A1704}" srcOrd="0" destOrd="0" presId="urn:microsoft.com/office/officeart/2005/8/layout/vList2"/>
    <dgm:cxn modelId="{BCA7BE7E-F586-514D-9574-BEA0AC960A11}" type="presParOf" srcId="{B855BD3F-F7E2-6844-8E46-D15357CD242B}" destId="{13D4EE01-F053-E14D-BD6A-73BF3009CDE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3AC3E-CAE6-4249-8BF3-4DD1C16A1704}">
      <dsp:nvSpPr>
        <dsp:cNvPr id="0" name=""/>
        <dsp:cNvSpPr/>
      </dsp:nvSpPr>
      <dsp:spPr>
        <a:xfrm>
          <a:off x="0" y="24349"/>
          <a:ext cx="6301601" cy="1551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900" kern="1200"/>
            <a:t>Esta conformado por 5 etapas donde:</a:t>
          </a:r>
          <a:endParaRPr lang="en-US" sz="3900" kern="1200"/>
        </a:p>
      </dsp:txBody>
      <dsp:txXfrm>
        <a:off x="75734" y="100083"/>
        <a:ext cx="6150133" cy="1399952"/>
      </dsp:txXfrm>
    </dsp:sp>
    <dsp:sp modelId="{13D4EE01-F053-E14D-BD6A-73BF3009CDE7}">
      <dsp:nvSpPr>
        <dsp:cNvPr id="0" name=""/>
        <dsp:cNvSpPr/>
      </dsp:nvSpPr>
      <dsp:spPr>
        <a:xfrm>
          <a:off x="0" y="1575769"/>
          <a:ext cx="6301601" cy="4278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7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C" sz="3000" b="1" kern="1200" dirty="0"/>
            <a:t>Etapa 1: </a:t>
          </a:r>
          <a:r>
            <a:rPr lang="es-EC" sz="3000" kern="1200" dirty="0"/>
            <a:t>Gestión de Dependencias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C" sz="3000" b="1" kern="1200"/>
            <a:t>Etapa 2: </a:t>
          </a:r>
          <a:r>
            <a:rPr lang="es-EC" sz="3000" kern="1200"/>
            <a:t>Bucle de Captura de Datos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C" sz="3000" b="1" kern="1200"/>
            <a:t>Etapa 3: </a:t>
          </a:r>
          <a:r>
            <a:rPr lang="es-EC" sz="3000" kern="1200"/>
            <a:t>Validación y Lógica de Control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C" sz="3000" b="1" kern="1200"/>
            <a:t>Etapa 4: </a:t>
          </a:r>
          <a:r>
            <a:rPr lang="es-EC" sz="3000" kern="1200"/>
            <a:t>Generación Aleatoria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C" sz="3000" b="1" kern="1200"/>
            <a:t>Etapa 5: </a:t>
          </a:r>
          <a:r>
            <a:rPr lang="es-EC" sz="3000" kern="1200"/>
            <a:t>Automatización de la Copia al Portapapeles</a:t>
          </a:r>
          <a:endParaRPr lang="en-US" sz="3000" kern="1200"/>
        </a:p>
      </dsp:txBody>
      <dsp:txXfrm>
        <a:off x="0" y="1575769"/>
        <a:ext cx="6301601" cy="4278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C53AB-857E-F8E8-3ADF-E03457986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749B6E-91B4-9FFB-4DFF-E5E6A635C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08E982-1DD0-5C55-DF68-CA2C5131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89F6A-9913-9512-A79C-E873EED1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BCA95-172C-4BE4-0F15-2C46C3A1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7036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18503-075A-D2C1-3DC2-71C777D4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49677-CBD1-78D6-F72B-9A0968C3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D7190E-E7F6-55B5-E3C7-A3168D67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5FC14A-DAB2-B2FA-61C9-20538740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E16039-3EB2-A940-0654-533DD27D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3542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0AC0E-DEC6-1D52-30D7-42013E68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5D9EF3-066D-0B3B-038D-7A6E14AB6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8FB2F-CC70-31D4-49E4-73B7EB67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1B40DA-D9CC-9C94-8A92-4F02BC81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1E622-AC25-8220-5245-E951D352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8214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64E02-D8DF-DAC6-4D1D-289C8F47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8FC374-1472-6CC5-90E6-19834902E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5392EC-C1C7-DBC3-5719-318C0CC6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57960-297C-1C93-FF2A-E2EBC1DE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818C81-41CC-9B2C-487B-01F1B15C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B9CB27-42DD-8165-FD01-2DBD49F1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6330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A758C-7874-97F0-2A44-3F2BB38E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4AB701-1715-8C9C-4F60-E195C0404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46587-C378-6619-EDB1-F77ED0866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9CEC4A-0FCC-D6BC-CFDE-F927FEADF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0B7462-8E7D-B22D-9DB8-B42917E7E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C0D127-0FF3-B9DB-0D1F-CEEE48EFE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F46995-3FF6-403A-8A33-53C2E0D7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8DA238-0D0F-DF41-011C-F37ADE4E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2017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120F-12FC-CCE4-86BA-72A9B2CE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E1865B-153A-C27A-6D90-A8FDED79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4C70FA-139E-9D10-BE1D-CC0CE4A2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EEACDE-8B9B-DEF6-DB62-531C1A3A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9426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7E12F1-1C3D-567A-E2FF-48EE1A3E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DB2DAF-C84E-4833-62C1-7270E03D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F796AD-F142-2FE5-81F7-688DC82E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098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94B48-4D62-7905-E86C-5C02D406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E8C85B-1B2D-F5B0-3900-33219FEE4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9B788F-A72E-51A6-6FA0-3AA485691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82D038-1A6E-18CD-4A34-07991FE7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84FF20-760B-AA9F-4EAE-BC95CFCD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D94CA3-309A-81FC-46E7-83718473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008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F0194-EB08-3502-C1CD-5D81CAB0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D34A07-2119-57A6-D508-7D5EA27F3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D4BFD-1D2B-98D9-5AA3-D5D315F88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438EC5-3869-5358-2CA1-6C07CA8D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B71EE8-F983-572B-C192-FD001B4E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2C8C1-1599-1DFE-5A02-02BFB353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603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28A39-DA74-F246-2891-8D090577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D55335-DFA5-80F3-47C7-A3A2E5D9C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B7346F-3AFB-6AC5-22F7-25BBD08A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F56077-D44F-A958-4097-097ED199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D457E-A2FD-95AA-44CD-78285E22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6998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DF86A4-B66A-B5EB-D8B5-585E0DD39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5A322B-9757-6DEA-C8D3-034E6877E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259225-E389-1F3D-5F0D-04DA3087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80E6EC-2593-BB1C-93C2-01EC0D44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53BB7-FB74-7637-043F-69181AEF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6250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233783-9C02-9275-3C9C-A436CA06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4EED82-29AB-9AA3-5BBF-4EC4F5623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DF3050-4444-BE4B-4185-7A4CDF2D9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76AE5-0619-804E-8C4D-55440376A246}" type="datetimeFigureOut">
              <a:rPr lang="es-EC" smtClean="0"/>
              <a:t>17/12/25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4D28A8-B982-4199-9135-E763E51C8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E03DE-F1D0-3A8B-4269-DBBCCA20E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19A27-F3BE-FE40-917A-3BF962DE46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927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D44930-1091-47D3-4556-497FD87F3B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6530" r="-1" b="6748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154037-3AA1-5976-718A-BCB5B0C49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s-EC" sz="5000">
                <a:solidFill>
                  <a:schemeClr val="bg1"/>
                </a:solidFill>
              </a:rPr>
              <a:t>Actividad Final </a:t>
            </a:r>
            <a:br>
              <a:rPr lang="es-EC" sz="5000">
                <a:solidFill>
                  <a:schemeClr val="bg1"/>
                </a:solidFill>
              </a:rPr>
            </a:br>
            <a:r>
              <a:rPr lang="es-EC" sz="5000">
                <a:solidFill>
                  <a:schemeClr val="bg1"/>
                </a:solidFill>
              </a:rPr>
              <a:t>Lógica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B40DCE-4EC6-2862-106A-7AF4EEDB6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s-EC" sz="2000">
                <a:solidFill>
                  <a:schemeClr val="bg1"/>
                </a:solidFill>
              </a:rPr>
              <a:t>Alexis Aguilar </a:t>
            </a:r>
          </a:p>
          <a:p>
            <a:pPr algn="l"/>
            <a:endParaRPr lang="es-EC" sz="200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76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5FD70806-F194-8203-AADF-8BB46E214E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9" r="9599" b="9092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DC11C8-C46D-F132-709D-6A775689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s-EC" sz="2800">
                <a:solidFill>
                  <a:schemeClr val="bg1"/>
                </a:solidFill>
              </a:rPr>
              <a:t>Generador de Contraseñas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501C7E-EBDE-1552-26CA-8CCA5E09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s-EC" sz="1700">
                <a:solidFill>
                  <a:schemeClr val="bg1"/>
                </a:solidFill>
              </a:rPr>
              <a:t>¿En que nos ayuda?</a:t>
            </a:r>
          </a:p>
          <a:p>
            <a:r>
              <a:rPr lang="es-EC" sz="1700">
                <a:solidFill>
                  <a:schemeClr val="bg1"/>
                </a:solidFill>
              </a:rPr>
              <a:t>¿Cuál es la problemática que soluciona?</a:t>
            </a:r>
          </a:p>
          <a:p>
            <a:pPr marL="0" indent="0">
              <a:buNone/>
            </a:pPr>
            <a:endParaRPr lang="es-EC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55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998E25-A059-A3FF-3394-4819FACC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s-EC">
                <a:solidFill>
                  <a:schemeClr val="bg1"/>
                </a:solidFill>
              </a:rPr>
              <a:t>¿Cómo funciona el código?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EE0D15D-6D8F-D3B2-856C-EE64C4EF9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84433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64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Marcador de contenido 3">
            <a:extLst>
              <a:ext uri="{FF2B5EF4-FFF2-40B4-BE49-F238E27FC236}">
                <a16:creationId xmlns:a16="http://schemas.microsoft.com/office/drawing/2014/main" id="{852D8408-B1F2-0C61-53C7-2711A656C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9041" r="-1" b="23402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FE32D4-B958-474F-D8DB-354932DF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Demostración del Programa</a:t>
            </a: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5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 with placemats">
            <a:extLst>
              <a:ext uri="{FF2B5EF4-FFF2-40B4-BE49-F238E27FC236}">
                <a16:creationId xmlns:a16="http://schemas.microsoft.com/office/drawing/2014/main" id="{A3B620EB-9990-56F3-F5A5-924BE220DD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428" r="-1" b="228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99A3E8-2070-F4CF-42ED-6A4862C0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Gracias </a:t>
            </a:r>
            <a:r>
              <a:rPr lang="en-US" sz="6600" dirty="0" err="1">
                <a:solidFill>
                  <a:schemeClr val="bg1"/>
                </a:solidFill>
              </a:rPr>
              <a:t>por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su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Atención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y 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Feliz Navidad</a:t>
            </a:r>
          </a:p>
        </p:txBody>
      </p:sp>
      <p:sp>
        <p:nvSpPr>
          <p:cNvPr id="5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3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f3d80b0-0a3e-4643-84e8-76b7273d97a0}" enabled="0" method="" siteId="{ef3d80b0-0a3e-4643-84e8-76b7273d97a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86</Words>
  <Application>Microsoft Macintosh PowerPoint</Application>
  <PresentationFormat>Panorámica</PresentationFormat>
  <Paragraphs>14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Tema de Office</vt:lpstr>
      <vt:lpstr>Actividad Final  Lógica de Programación</vt:lpstr>
      <vt:lpstr>Generador de Contraseñas</vt:lpstr>
      <vt:lpstr>¿Cómo funciona el código?</vt:lpstr>
      <vt:lpstr>Demostración del Programa</vt:lpstr>
      <vt:lpstr>Gracias por su Atención  y  Feliz Navidad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AGUILAR PAREDES ALEXIS MARCELO</dc:creator>
  <cp:lastModifiedBy>AGUILAR PAREDES ALEXIS MARCELO</cp:lastModifiedBy>
  <cp:revision>1</cp:revision>
  <dcterms:created xsi:type="dcterms:W3CDTF">2025-12-09T17:20:19Z</dcterms:created>
  <dcterms:modified xsi:type="dcterms:W3CDTF">2025-12-17T19:22:23Z</dcterms:modified>
</cp:coreProperties>
</file>